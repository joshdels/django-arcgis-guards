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61B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Agency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roles — Agency, Client, and Guards — covering client management, job delegation, billing, and field reporting.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768096" cy="768096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7" name="Image 0" descr="/home/claude/mvp_deck/icon_agenc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23951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5916168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057400" y="5074920"/>
            <a:ext cx="768096" cy="768096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10" name="Image 1" descr="/home/claude/mvp_deck/icon_clie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523951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5916168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74720" y="5074920"/>
            <a:ext cx="768096" cy="768096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13" name="Image 2" descr="/home/claude/mvp_deck/icon_gu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523951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54680" y="5916168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each with a focused set of capabilities.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vp_deck/icon_agenc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139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client relationships and delegates work.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records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clients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jobs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links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0116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mvp_deck/icon_clie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3969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guards and manages billing.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09160" y="36118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guards / jobs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own details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billing history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billing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feedback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5F7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0" y="20116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mvp_deck/icon_gu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13969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49640" y="30175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managing jobs and reports.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549640" y="36118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information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history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payroll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inspect issues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33172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/home/claude/mvp_deck/icon_agenc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57860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" y="411480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client relationship and coordinates work across the platform.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758952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9" name="Image 1" descr="/home/claude/mvp_deck/icon_add_clien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8686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23944" y="68580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Client Detail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123944" y="1051560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maintain full client records — contact info, sites, and contract details.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37560" y="1801368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37560" y="1984248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14" name="Image 2" descr="/home/claude/mvp_deck/icon_suspen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20939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23944" y="1911096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a Client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123944" y="2276856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disable a client account, pausing job requests and billing.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337560" y="3026664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337560" y="3209544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19" name="Image 3" descr="/home/claude/mvp_deck/icon_delegat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31927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23944" y="3136392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Jobs to Each Client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123944" y="3502152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distribute jobs to the guards working under a given client.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337560" y="4251960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37560" y="4434840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24" name="Image 4" descr="/home/claude/mvp_deck/icon_lin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4544568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23944" y="436168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Registration to Client (optional)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123944" y="4727448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unique self-registration link so a new client can onboard directly.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337560" y="5477256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337560" y="5660136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29" name="Image 5" descr="/home/claude/mvp_deck/icon_invoic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5769864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123944" y="558698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Invoice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123944" y="5952744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invoices to clients for services rendered.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33172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/home/claude/mvp_deck/icon_cli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57860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" y="411480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guard requests, account details, and billing on their own account.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758952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9" name="Image 1" descr="/home/claude/mvp_deck/icon_reques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8686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23944" y="68580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Number of Guards or Jobs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123944" y="1051560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staffing requests specifying how many guards or jobs are needed.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37560" y="1801368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37560" y="1984248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14" name="Image 2" descr="/home/claude/mvp_deck/icon_edi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20939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23944" y="1911096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Own Details Information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123944" y="2276856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account and contact information without agency involvement.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337560" y="3026664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337560" y="3209544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19" name="Image 3" descr="/home/claude/mvp_deck/icon_histor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31927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23944" y="3136392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Invoice and Billing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123944" y="3502152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running record of past invoices and billing activity.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337560" y="4251960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37560" y="4434840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24" name="Image 4" descr="/home/claude/mvp_deck/icon_pdf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4544568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23944" y="4361688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— PDF (HTML)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123944" y="4727448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billing documents as PDF, rendered from HTML templates.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337560" y="5477256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337560" y="5660136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29" name="Image 5" descr="/home/claude/mvp_deck/icon_feedba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5769864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123944" y="558698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Guards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123944" y="5952744"/>
            <a:ext cx="7671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leave feedback on the guards assigned to their jobs.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33172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4" name="Image 0" descr="/home/claude/mvp_deck/icon_gu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57860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" y="411480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who manage their profile, jobs, pay, and on-site reporting.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758952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9" name="Image 1" descr="/home/claude/mvp_deck/icon_edi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8686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23944" y="68580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Information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123944" y="1051560"/>
            <a:ext cx="767181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and professional details up to date.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37560" y="2107692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37560" y="2290572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14" name="Image 2" descr="/home/claude/mvp_deck/icon_job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24003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23944" y="221742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Jobs and History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123944" y="2583180"/>
            <a:ext cx="767181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current assignments and a history of completed jobs.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337560" y="3639312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337560" y="3822192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19" name="Image 3" descr="/home/claude/mvp_deck/icon_payrol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93192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23944" y="374904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Payroll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123944" y="4114800"/>
            <a:ext cx="767181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earnings accrued across jobs and pay periods.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337560" y="5170932"/>
            <a:ext cx="845820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37560" y="5353812"/>
            <a:ext cx="512064" cy="512064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24" name="Image 4" descr="/home/claude/mvp_deck/icon_repo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546354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123944" y="5280660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Details / Problems / Inspection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123944" y="5646420"/>
            <a:ext cx="767181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field reports and inspections using an ArcGIS Survey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Roles Connect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flow ties client management, job delegation, and field work together.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88136" y="2377440"/>
            <a:ext cx="2880360" cy="2743200"/>
          </a:xfrm>
          <a:prstGeom prst="roundRect">
            <a:avLst>
              <a:gd name="adj" fmla="val 3000"/>
            </a:avLst>
          </a:prstGeom>
          <a:solidFill>
            <a:srgbClr val="2A3573"/>
          </a:solidFill>
          <a:ln/>
        </p:spPr>
      </p:sp>
      <p:sp>
        <p:nvSpPr>
          <p:cNvPr id="5" name="Shape 3"/>
          <p:cNvSpPr/>
          <p:nvPr/>
        </p:nvSpPr>
        <p:spPr>
          <a:xfrm>
            <a:off x="2162556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mvp_deck/icon_agenc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148" y="2907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1016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62456" y="4069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Onboards &amp; manages clients, delegates jobs, invoices</a:t>
            </a:r>
            <a:endParaRPr lang="en-US" sz="1100" dirty="0"/>
          </a:p>
        </p:txBody>
      </p:sp>
      <p:pic>
        <p:nvPicPr>
          <p:cNvPr id="9" name="Image 1" descr="/home/claude/mvp_deck/icon_fl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628" y="3547872"/>
            <a:ext cx="402336" cy="4023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54296" y="2377440"/>
            <a:ext cx="2880360" cy="2743200"/>
          </a:xfrm>
          <a:prstGeom prst="roundRect">
            <a:avLst>
              <a:gd name="adj" fmla="val 3000"/>
            </a:avLst>
          </a:prstGeom>
          <a:solidFill>
            <a:srgbClr val="2A3573"/>
          </a:solidFill>
          <a:ln/>
        </p:spPr>
      </p:sp>
      <p:sp>
        <p:nvSpPr>
          <p:cNvPr id="11" name="Shape 7"/>
          <p:cNvSpPr/>
          <p:nvPr/>
        </p:nvSpPr>
        <p:spPr>
          <a:xfrm>
            <a:off x="5728716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/home/claude/mvp_deck/icon_clien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290779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37176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928616" y="4069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guards, pays invoices, gives feedback</a:t>
            </a:r>
            <a:endParaRPr lang="en-US" sz="1100" dirty="0"/>
          </a:p>
        </p:txBody>
      </p:sp>
      <p:pic>
        <p:nvPicPr>
          <p:cNvPr id="15" name="Image 3" descr="/home/claude/mvp_deck/icon_fl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788" y="3547872"/>
            <a:ext cx="402336" cy="40233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20456" y="2377440"/>
            <a:ext cx="2880360" cy="2743200"/>
          </a:xfrm>
          <a:prstGeom prst="roundRect">
            <a:avLst>
              <a:gd name="adj" fmla="val 3000"/>
            </a:avLst>
          </a:prstGeom>
          <a:solidFill>
            <a:srgbClr val="2A3573"/>
          </a:solidFill>
          <a:ln/>
        </p:spPr>
      </p:sp>
      <p:sp>
        <p:nvSpPr>
          <p:cNvPr id="17" name="Shape 11"/>
          <p:cNvSpPr/>
          <p:nvPr/>
        </p:nvSpPr>
        <p:spPr>
          <a:xfrm>
            <a:off x="9294876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4" descr="/home/claude/mvp_deck/icon_guar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9468" y="2907792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03336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8494776" y="4069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jobs, report issues, get paid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— core workflows for launch. Additional features layer on in future phases.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2026-07-10T12:24:14Z</dcterms:created>
  <dcterms:modified xsi:type="dcterms:W3CDTF">2026-07-10T12:24:14Z</dcterms:modified>
</cp:coreProperties>
</file>